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aabb78c45f4d74" /><Relationship Type="http://schemas.openxmlformats.org/officeDocument/2006/relationships/extended-properties" Target="/docProps/app.xml" Id="R12e20cd87a854ffe" /><Relationship Type="http://schemas.openxmlformats.org/officeDocument/2006/relationships/officeDocument" Target="/ppt/presentation.xml" Id="Rfa69e1433f1b4b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5e2d1814f343c3"/>
  </p:sldMasterIdLst>
  <p:notesMasterIdLst>
    <p:notesMasterId xmlns:r="http://schemas.openxmlformats.org/officeDocument/2006/relationships" r:id="Ra0d563e422aa4cbd"/>
  </p:notesMasterIdLst>
  <p:sldIdLst>
    <p:sldId xmlns:r="http://schemas.openxmlformats.org/officeDocument/2006/relationships" id="256" r:id="R873aeeda8c704657"/>
    <p:sldId xmlns:r="http://schemas.openxmlformats.org/officeDocument/2006/relationships" id="257" r:id="Re6b82ce0c734422e"/>
    <p:sldId xmlns:r="http://schemas.openxmlformats.org/officeDocument/2006/relationships" id="258" r:id="R7126fb28c1d84bb3"/>
    <p:sldId xmlns:r="http://schemas.openxmlformats.org/officeDocument/2006/relationships" id="259" r:id="Rb0c9b9f82ab047ae"/>
    <p:sldId xmlns:r="http://schemas.openxmlformats.org/officeDocument/2006/relationships" id="260" r:id="Rdc4b8e0b64de4080"/>
    <p:sldId xmlns:r="http://schemas.openxmlformats.org/officeDocument/2006/relationships" id="261" r:id="R9b144fc5f5b647c1"/>
    <p:sldId xmlns:r="http://schemas.openxmlformats.org/officeDocument/2006/relationships" id="262" r:id="Rce73de382c614a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27072bf83c42d6" /><Relationship Type="http://schemas.openxmlformats.org/officeDocument/2006/relationships/slideMaster" Target="/ppt/slideMasters/slideMaster1.xml" Id="Rea5e2d1814f343c3" /><Relationship Type="http://schemas.openxmlformats.org/officeDocument/2006/relationships/notesMaster" Target="/ppt/notesMasters/notesMaster1.xml" Id="Ra0d563e422aa4cbd" /><Relationship Type="http://schemas.openxmlformats.org/officeDocument/2006/relationships/presProps" Target="/ppt/presProps.xml" Id="R03ac44a9c94c4d68" /><Relationship Type="http://schemas.openxmlformats.org/officeDocument/2006/relationships/tableStyles" Target="/ppt/tableStyles.xml" Id="R1816b4a6fa1c4baf" /><Relationship Type="http://schemas.openxmlformats.org/officeDocument/2006/relationships/slide" Target="/ppt/slides/slide1.xml" Id="R873aeeda8c704657" /><Relationship Type="http://schemas.openxmlformats.org/officeDocument/2006/relationships/slide" Target="/ppt/slides/slide2.xml" Id="Re6b82ce0c734422e" /><Relationship Type="http://schemas.openxmlformats.org/officeDocument/2006/relationships/slide" Target="/ppt/slides/slide3.xml" Id="R7126fb28c1d84bb3" /><Relationship Type="http://schemas.openxmlformats.org/officeDocument/2006/relationships/slide" Target="/ppt/slides/slide4.xml" Id="Rb0c9b9f82ab047ae" /><Relationship Type="http://schemas.openxmlformats.org/officeDocument/2006/relationships/slide" Target="/ppt/slides/slide5.xml" Id="Rdc4b8e0b64de4080" /><Relationship Type="http://schemas.openxmlformats.org/officeDocument/2006/relationships/slide" Target="/ppt/slides/slide6.xml" Id="R9b144fc5f5b647c1" /><Relationship Type="http://schemas.openxmlformats.org/officeDocument/2006/relationships/slide" Target="/ppt/slides/slide7.xml" Id="Rce73de382c614a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9f97aaeee840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5bc75796c14077" /><Relationship Type="http://schemas.openxmlformats.org/officeDocument/2006/relationships/notesMaster" Target="/ppt/notesMasters/notesMaster1.xml" Id="R0d25dfe253574d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aa7c8689044bea" /><Relationship Type="http://schemas.openxmlformats.org/officeDocument/2006/relationships/notesMaster" Target="/ppt/notesMasters/notesMaster1.xml" Id="Rde79380ab93945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d94f01957448d8" /><Relationship Type="http://schemas.openxmlformats.org/officeDocument/2006/relationships/notesMaster" Target="/ppt/notesMasters/notesMaster1.xml" Id="R36e57b1481844c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799f51c15b46ce" /><Relationship Type="http://schemas.openxmlformats.org/officeDocument/2006/relationships/notesMaster" Target="/ppt/notesMasters/notesMaster1.xml" Id="Rd7e1abd7410b40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a2fbd846b7407b" /><Relationship Type="http://schemas.openxmlformats.org/officeDocument/2006/relationships/notesMaster" Target="/ppt/notesMasters/notesMaster1.xml" Id="R7569b2715bb348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9f9ce1a5f24cb4" /><Relationship Type="http://schemas.openxmlformats.org/officeDocument/2006/relationships/notesMaster" Target="/ppt/notesMasters/notesMaster1.xml" Id="R407341d0472244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5a942ef50f418c" /><Relationship Type="http://schemas.openxmlformats.org/officeDocument/2006/relationships/notesMaster" Target="/ppt/notesMasters/notesMaster1.xml" Id="R1518f431fdc54d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时间：25 秒</a:t>
            </a:r>
          </a:p>
          <a:p xmlns:a="http://schemas.openxmlformats.org/drawingml/2006/main">
            <a:r>
              <a:t>关键词：竞赛通知、会不会点开、姓名与班级</a:t>
            </a:r>
          </a:p>
          <a:p xmlns:a="http://schemas.openxmlformats.org/drawingml/2006/main">
            <a:r>
              <a:t>开场后停顿一秒，再问全场是否会点开通知。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时间：35 秒</a:t>
            </a:r>
          </a:p>
          <a:p xmlns:a="http://schemas.openxmlformats.org/drawingml/2006/main">
            <a:r>
              <a:t>关键词：通知缺上下文、适合谁、为什么参加、第一步</a:t>
            </a:r>
          </a:p>
          <a:p xmlns:a="http://schemas.openxmlformats.org/drawingml/2006/main">
            <a:r>
              <a:t>不要逐字念五个问题，扫过页面后总结：我要补齐这些信息。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时间：45 秒</a:t>
            </a:r>
          </a:p>
          <a:p xmlns:a="http://schemas.openxmlformats.org/drawingml/2006/main">
            <a:r>
              <a:t>关键词：Scratch、信息学竞赛、C++、ATRI、AI、舞萌</a:t>
            </a:r>
          </a:p>
          <a:p xmlns:a="http://schemas.openxmlformats.org/drawingml/2006/main">
            <a:r>
              <a:t>ATRI 只讲一句触发兴趣的故事，不展开剧情。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时间：55 秒</a:t>
            </a:r>
          </a:p>
          <a:p xmlns:a="http://schemas.openxmlformats.org/drawingml/2006/main">
            <a:r>
              <a:t>关键词：源码构建、本地部署、远程开发、帮助同学</a:t>
            </a:r>
          </a:p>
          <a:p xmlns:a="http://schemas.openxmlformats.org/drawingml/2006/main">
            <a:r>
              <a:t>不要逐个解释量化参数。用一句话说明自己能从文档走到可运行结果。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时间：40 秒</a:t>
            </a:r>
          </a:p>
          <a:p xmlns:a="http://schemas.openxmlformats.org/drawingml/2006/main">
            <a:r>
              <a:t>关键词：判断价值、解释门槛、提醒节点、主动性</a:t>
            </a:r>
          </a:p>
          <a:p xmlns:a="http://schemas.openxmlformats.org/drawingml/2006/main">
            <a:r>
              <a:t>说明边界：不会强迫组队，但会给出入口、答疑和自愿匹配。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时间：60 秒</a:t>
            </a:r>
          </a:p>
          <a:p xmlns:a="http://schemas.openxmlformats.org/drawingml/2006/main">
            <a:r>
              <a:t>关键词：每月情报、一周内指南、长期协作文档</a:t>
            </a:r>
          </a:p>
          <a:p xmlns:a="http://schemas.openxmlformats.org/drawingml/2006/main">
            <a:r>
              <a:t>这是核心页。讲清频率、产出和边界，不要扩展新的承诺。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时间：25 秒</a:t>
            </a:r>
          </a:p>
          <a:p xmlns:a="http://schemas.openxmlformats.org/drawingml/2006/main">
            <a:r>
              <a:t>关键词：三件事、认可这套做法、投票</a:t>
            </a:r>
          </a:p>
          <a:p xmlns:a="http://schemas.openxmlformats.org/drawingml/2006/main">
            <a:r>
              <a:t>说完后停顿，向全场致意，不再补充新的技术细节。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c2cb9482da48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635c2585514028" /><Relationship Type="http://schemas.openxmlformats.org/officeDocument/2006/relationships/slideLayout" Target="/ppt/slideLayouts/slideLayout1.xml" Id="R32414b7d9de143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414b7d9de143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2dfddf24b4e2e" /><Relationship Type="http://schemas.openxmlformats.org/officeDocument/2006/relationships/image" Target="/ppt/media/image.png" Id="R3617dcc0ca124ea7" /><Relationship Type="http://schemas.openxmlformats.org/officeDocument/2006/relationships/notesSlide" Target="/ppt/notesSlides/notesSlide1.xml" Id="Rf206c31e42f947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34b15b1374532" /><Relationship Type="http://schemas.openxmlformats.org/officeDocument/2006/relationships/notesSlide" Target="/ppt/notesSlides/notesSlide2.xml" Id="R5b5aa85a9d034a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464f57a7a4908" /><Relationship Type="http://schemas.openxmlformats.org/officeDocument/2006/relationships/notesSlide" Target="/ppt/notesSlides/notesSlide3.xml" Id="R433795d9f35341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c1f9e9a0642ba" /><Relationship Type="http://schemas.openxmlformats.org/officeDocument/2006/relationships/notesSlide" Target="/ppt/notesSlides/notesSlide4.xml" Id="Rf1b442b8564b4e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471edfaff4d35" /><Relationship Type="http://schemas.openxmlformats.org/officeDocument/2006/relationships/notesSlide" Target="/ppt/notesSlides/notesSlide5.xml" Id="Rb445ae40fa3a42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29f47f1204098" /><Relationship Type="http://schemas.openxmlformats.org/officeDocument/2006/relationships/notesSlide" Target="/ppt/notesSlides/notesSlide6.xml" Id="Rf1ee946691334c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24eae5806451c" /><Relationship Type="http://schemas.openxmlformats.org/officeDocument/2006/relationships/image" Target="/ppt/media/image2.png" Id="R0691fc075d6f4ae2" /><Relationship Type="http://schemas.openxmlformats.org/officeDocument/2006/relationships/notesSlide" Target="/ppt/notesSlides/notesSlide7.xml" Id="Rf87962dc335b48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2028B-FF21-465C-AA72-8BC16FD7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706D0-9365-4A1F-9537-2E0F6E41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38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C3264-8776-41F5-89E5-FDEEBCFF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ECE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BECE8"/>
                </a:solidFill>
                <a:latin typeface="Hiragino Sans GB"/>
                <a:ea typeface="Hiragino Sans GB"/>
                <a:cs typeface="Hiragino Sans GB"/>
              </a:rPr>
              <a:t>[西南大学计算机与信息科学学院]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F104F-6F87-4E03-B282-BEFFC4E9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81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科创委员</a:t>
            </a:r>
          </a:p>
          <a:p xmlns:a="http://schemas.openxmlformats.org/drawingml/2006/main">
            <a:pPr algn="l">
              <a:defRPr sz="54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4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竞选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B649E-579C-4889-99C3-7AE1576D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090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rPr>
              <a:t>把散落的信息，整理成能开始的一步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3F527-7D4D-410C-A7A3-CDC7001F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[姓名]  ·  [班级]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CADBB-88C2-47E7-95DD-07B19DA8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53025"/>
            <a:ext cx="51435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9525">
            <a:solidFill>
              <a:srgbClr val="3158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F9696-5C54-4D68-B2B9-7522A989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768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群里来了一条竞赛通知，</a:t>
            </a:r>
          </a:p>
          <a:p xmlns:a="http://schemas.openxmlformats.org/drawingml/2006/main">
            <a:pPr algn="l">
              <a:defRPr sz="18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你通常会点开吗？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7dcc0ca124ea7"/>
          <a:stretch xmlns:a="http://schemas.openxmlformats.org/drawingml/2006/main"/>
        </p:blipFill>
        <p:spPr>
          <a:xfrm xmlns:a="http://schemas.openxmlformats.org/drawingml/2006/main">
            <a:off x="6678787" y="238125"/>
            <a:ext cx="5120926" cy="6238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1771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F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70C62B-7599-40D0-86A8-03B01AA2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8EA0E-226F-471A-B88E-A6406EB6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为什么一条通知常常停在群里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0EB98-4372-4B24-BBBF-37D8A897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rPr>
              <a:t>大家缺少的，往往是决定是否行动的上下文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B889A-2963-41A7-A5B4-64E7017B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85925"/>
            <a:ext cx="2571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0" b="1">
                <a:solidFill>
                  <a:srgbClr val="CBECE8"/>
                </a:solidFill>
                <a:latin typeface="Menlo"/>
                <a:ea typeface="Menlo"/>
                <a:cs typeface="Menlo"/>
              </a:defRPr>
            </a:pPr>
            <a:r>
              <a:rPr sz="21000" b="1">
                <a:solidFill>
                  <a:srgbClr val="CBECE8"/>
                </a:solidFill>
                <a:latin typeface="Menlo"/>
                <a:ea typeface="Menlo"/>
                <a:cs typeface="Menlo"/>
              </a:rPr>
              <a:t>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09CF4-B2E0-48FD-B6E0-936FD165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383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CEDFE-1A50-449F-B40D-98D6CA67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这是什么比赛？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CE89F-7BEB-4F4C-8CBE-BB93C264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24100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6F8FA-30C7-49AD-9DF3-D2B72167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193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264B1-340B-49D2-9927-39882765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908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我现在适合参加吗？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3DD5F-A985-4650-AA4A-74230581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05150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17FBF-224B-4160-BFF9-F9785A6F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04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B991E-3EC5-4B0B-B3D3-376F2FAE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718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参加它有什么价值？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CCE6F-8AD4-4879-9FB4-DE55587A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86200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A05E9-F867-46C9-B321-92D5C163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8147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95D1F-011D-4672-A3BB-F8A86409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52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截止时间和准备成本是多少？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64EFC-4263-47CB-AF21-A5566DAD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67250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C8C8D-7369-4F94-839D-6F190D27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625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E1339-2AEC-46A7-ACD7-5AEA4053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33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没有队友时，第一步怎么走？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21F81-34EF-4179-AA47-E6BF416E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91200"/>
            <a:ext cx="76581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39C5B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6F16C-563F-4E67-A43F-4FABBF2A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85787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111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08111F"/>
                </a:solidFill>
                <a:latin typeface="Hiragino Sans GB"/>
                <a:ea typeface="Hiragino Sans GB"/>
                <a:cs typeface="Hiragino Sans GB"/>
              </a:rPr>
              <a:t>一条可行动的信息，需要补齐上下文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B7C61-9B7E-48C2-B7DE-D9886037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D0C18-BB74-4702-A6F7-9F505BEA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808B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66808B"/>
                </a:solidFill>
                <a:latin typeface="Menlo"/>
                <a:ea typeface="Menlo"/>
                <a:cs typeface="Menlo"/>
              </a:rPr>
              <a:t>02 / 07</a:t>
            </a:r>
          </a:p>
        </p:txBody>
      </p:sp>
    </p:spTree>
    <p:extLst>
      <p:ext uri="{BB962C8B-B14F-4D97-AF65-F5344CB8AC3E}">
        <p14:creationId xmlns:p14="http://schemas.microsoft.com/office/powerpoint/2010/main" val="9826347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A5105A-723F-49DD-A426-6EB803F1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BD563-8F71-4A2D-ADE8-61ECCA55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我的技术路径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EDDC4-F897-4D18-A81D-B60FE542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rPr>
              <a:t>兴趣起步，持续动手，把陌生工具变成能运行的东西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74853-A0AC-4557-8F09-7DAD9C41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D9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8212B5-BE89-45FF-8E2D-D6D56C32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14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43BDA-7265-4EDA-85E6-819A4879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C5BB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39C5BB"/>
                </a:solidFill>
                <a:latin typeface="Menlo"/>
                <a:ea typeface="Menlo"/>
                <a:cs typeface="Menlo"/>
              </a:rPr>
              <a:t>SCRATCH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03C44-4401-4726-B307-66DDCCD3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小学接触编程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12EC7-B8DB-44F3-BD0B-7DD016E1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14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65FE8-9377-4C01-9AE1-7D8E3B16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33362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C5BB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39C5BB"/>
                </a:solidFill>
                <a:latin typeface="Menlo"/>
                <a:ea typeface="Menlo"/>
                <a:cs typeface="Menlo"/>
              </a:rPr>
              <a:t>OI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0819C-5248-4AC2-ACE0-A0FBEECA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63855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初中信息学竞赛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9F568-B677-49C6-92F0-56F9D600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14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4491C-17AD-4FAF-BECC-9160D013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3362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C5BB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39C5BB"/>
                </a:solidFill>
                <a:latin typeface="Menlo"/>
                <a:ea typeface="Menlo"/>
                <a:cs typeface="Menlo"/>
              </a:rPr>
              <a:t>C++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C4DC7-F023-4686-B1C4-1A24BE82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3855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算法与数据结构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F8B77-0527-43F2-8685-1A9D6CBB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14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E30F7-091F-4AA6-8173-C0D85A51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33362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C5BB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39C5BB"/>
                </a:solidFill>
                <a:latin typeface="Menlo"/>
                <a:ea typeface="Menlo"/>
                <a:cs typeface="Menlo"/>
              </a:rPr>
              <a:t>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AD97A-909F-47E1-A8FA-851CE383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63855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llama.cpp 与本地模型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E5F7B-34EE-433B-94B2-E430F9FB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146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9E"/>
          </a:solidFill>
          <a:ln xmlns:a="http://schemas.openxmlformats.org/drawingml/2006/main" w="3810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D5DD96-9000-44C9-B68B-9DCD8AAF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3362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5630A-1F80-4BE7-9AAB-E1DC1BAD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跨设备开发工作流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0E629A-82A7-4469-9FAC-0D0F0FD1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9906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16CFE4-CC13-4D37-A3F7-B0E4BAE0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术曲爱好者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BA59C4-B054-41E6-B978-C448ABF8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162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6F4E9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86F4E9"/>
                </a:solidFill>
                <a:latin typeface="Menlo"/>
                <a:ea typeface="Menlo"/>
                <a:cs typeface="Menlo"/>
              </a:rPr>
              <a:t>舞萌 DX  Rating 12000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EE9237-FFD7-4EFB-AC60-5A8C989B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62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3A 与网游都玩一些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1C3E8-06D3-4EC1-B2BD-F4BFC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62600"/>
            <a:ext cx="966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ECE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BECE8"/>
                </a:solidFill>
                <a:latin typeface="Hiragino Sans GB"/>
                <a:ea typeface="Hiragino Sans GB"/>
                <a:cs typeface="Hiragino Sans GB"/>
              </a:rPr>
              <a:t>舞萌可以理解成 2.5D 的节奏大师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1E4408-E4BA-47F0-B1D6-6E23D915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CF1485-0EF1-4A8B-A7D1-FD4308F0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808B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66808B"/>
                </a:solidFill>
                <a:latin typeface="Menlo"/>
                <a:ea typeface="Menlo"/>
                <a:cs typeface="Menlo"/>
              </a:rPr>
              <a:t>03 / 07</a:t>
            </a:r>
          </a:p>
        </p:txBody>
      </p:sp>
    </p:spTree>
    <p:extLst>
      <p:ext uri="{BB962C8B-B14F-4D97-AF65-F5344CB8AC3E}">
        <p14:creationId xmlns:p14="http://schemas.microsoft.com/office/powerpoint/2010/main" val="1419089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39329D-3F8D-4F3F-8FC2-7E918334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B474C-6C6C-4936-A88E-3D04DB71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我确实动手解决过问题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5744B-7246-467B-80C1-1A6A180D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ECE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CBECE8"/>
                </a:solidFill>
                <a:latin typeface="Hiragino Sans GB"/>
                <a:ea typeface="Hiragino Sans GB"/>
                <a:cs typeface="Hiragino Sans GB"/>
              </a:rPr>
              <a:t>技术名词只占一行，能运行、能排错、能帮助别人更重要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48A9C-33F6-4984-9EEC-B618611F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33400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19050">
            <a:solidFill>
              <a:srgbClr val="FF5A9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4853B-87FB-4CC7-9E7F-59CC2B70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PLACEHOLDER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D5515-485E-4F8F-AE99-80417A12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66975"/>
            <a:ext cx="49530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替换为</a:t>
            </a:r>
          </a:p>
          <a:p xmlns:a="http://schemas.openxmlformats.org/drawingml/2006/main">
            <a:pPr algn="ctr">
              <a:def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LM Studio 模型运行截图</a:t>
            </a:r>
          </a:p>
          <a:p xmlns:a="http://schemas.openxmlformats.org/drawingml/2006/main">
            <a:pPr algn="ctr">
              <a:def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或 llama.cpp 构建截图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3EA2E-B783-44BA-A3AE-850C4DA8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rPr>
              <a:t>本地模型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EF3FD-656D-4FD0-8A01-14BE993D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从源码构建 llama.cpp</a:t>
            </a:r>
          </a:p>
          <a:p xmlns:a="http://schemas.openxmlformats.org/drawingml/2006/main">
            <a:pPr algn="l">
              <a:def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部署 Qwen3-14B 与 Qwen3.6-35B-A3B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CE8D0-ECD5-4B54-B45B-D21BE851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99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8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C84FC-9877-480C-B4EB-28BE3EEC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rPr>
              <a:t>开发工作流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2F423-CC41-4850-9117-BA5331FC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671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Windows 台式机 + Mac</a:t>
            </a:r>
          </a:p>
          <a:p xmlns:a="http://schemas.openxmlformats.org/drawingml/2006/main">
            <a:pPr algn="l">
              <a:def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远程 SSH 开发与 Agent 协作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C6671-E811-4B79-BFA8-61ED55D1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95825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8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AF82A-271A-40D0-885F-768A14D1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625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rPr>
              <a:t>同学答疑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2E8784-80F1-4492-8E5E-5BE2DE0A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625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配置 VS Code，排查代码逻辑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F73DD7-E7EB-4114-83EB-891E0F3D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977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ECE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CBECE8"/>
                </a:solidFill>
                <a:latin typeface="Menlo"/>
                <a:ea typeface="Menlo"/>
                <a:cs typeface="Menlo"/>
              </a:rPr>
              <a:t>i5-10600KF  /  RTX 5060 Ti 16GB  /  16GB DDR4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5BB46-9EA2-495E-975D-720D0800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8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D97FA-5274-466B-A2A7-2AED46FF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CBECE8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CBECE8"/>
                </a:solidFill>
                <a:latin typeface="Menlo"/>
                <a:ea typeface="Menlo"/>
                <a:cs typeface="Menlo"/>
              </a:rPr>
              <a:t>04 / 07</a:t>
            </a:r>
          </a:p>
        </p:txBody>
      </p:sp>
    </p:spTree>
    <p:extLst>
      <p:ext uri="{BB962C8B-B14F-4D97-AF65-F5344CB8AC3E}">
        <p14:creationId xmlns:p14="http://schemas.microsoft.com/office/powerpoint/2010/main" val="959444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F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78A5E1-FE26-47F0-9349-B4936C64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537D7-2961-40AF-829E-EDE4A869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我理解的科创委员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D6B11-B8B3-413E-B205-6947B08CE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rPr>
              <a:t>让消息形成下一步动作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A7B6C-1091-4531-A245-F8584452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526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82C91-8BA5-45CC-AB7E-0DDD8C6B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146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631F5-2D28-449D-93F8-7BF665C7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3051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收到信息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38659-7BB4-4E8C-BC9B-A5F5F5C3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146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D9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69067-3F29-4725-B23D-42F10DCC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526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2F552-35B8-46A4-B04E-19832886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146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C3CD6-A193-4199-BADA-4FFA73BD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051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判断价值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9C6C3-6D89-41B1-A87E-0E0C27D2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146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D9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F7185-4A3D-43ED-9258-7BEE13FF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526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372BAC-A3C7-4B5A-A6CA-98251306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146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60E71-6A70-44CE-AA62-5D9E7C27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3051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解释门槛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2DCAD-56A6-430E-BE77-89708D27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46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D9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4BE573-D422-4649-9B24-D9CA8884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526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C03694-D39F-4F92-A257-798CC45D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146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300F9C-2E5A-4919-A194-EBD546BF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051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提醒节点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9C273-5FE6-4F13-8073-80E9D73F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D9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250DD-79D4-4672-800D-AF543E87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5267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9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055001-EB09-4A13-89F9-85458DC5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14600"/>
            <a:ext cx="72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111F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08111F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1595E1-4B31-43D9-A7B3-AED78274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30517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协助开始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29E3B5-F015-43DE-AD67-8FC63521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9715500" cy="11430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047DE3-38E9-4F04-BC7B-40ACC451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8630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我会把信息掰碎、放到你面前。</a:t>
            </a:r>
          </a:p>
          <a:p xmlns:a="http://schemas.openxmlformats.org/drawingml/2006/main">
            <a:pPr algn="ctr">
              <a:defRPr sz="225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最后一步，需要我们一起完成。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EF01F8-280C-4C57-A2F0-58788F25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B064C4-81D8-4015-B4E1-D9616386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808B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66808B"/>
                </a:solidFill>
                <a:latin typeface="Menlo"/>
                <a:ea typeface="Menlo"/>
                <a:cs typeface="Menlo"/>
              </a:rPr>
              <a:t>05 / 07</a:t>
            </a:r>
          </a:p>
        </p:txBody>
      </p:sp>
    </p:spTree>
    <p:extLst>
      <p:ext uri="{BB962C8B-B14F-4D97-AF65-F5344CB8AC3E}">
        <p14:creationId xmlns:p14="http://schemas.microsoft.com/office/powerpoint/2010/main" val="20635024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0DFC6-4905-4E08-BE23-9B7D310C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03A28-05A7-42C9-BBE1-5956E1FB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当选后的三个交付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0EFA1-C36D-46EF-9318-4C891A86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rPr>
              <a:t>每一项都有明确的频率、产出和使用方式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4162D-0279-4A18-BDAC-B1AE36D8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39C5BB"/>
                </a:solidFill>
                <a:latin typeface="Menlo"/>
                <a:ea typeface="Menlo"/>
                <a:cs typeface="Menlo"/>
              </a:defRPr>
            </a:pPr>
            <a:r>
              <a:rPr sz="3675" b="1">
                <a:solidFill>
                  <a:srgbClr val="39C5BB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15C71-E787-4BC1-A2FA-53FFCF8C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9907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C5BB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39C5BB"/>
                </a:solidFill>
                <a:latin typeface="Menlo"/>
                <a:ea typeface="Menlo"/>
                <a:cs typeface="Menlo"/>
              </a:rPr>
              <a:t>每月 1 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C2F4D-04F5-4293-8CBE-9C972074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335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科创情报整理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6988D-FA67-4D28-84EB-7EF3171D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0030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rPr>
              <a:t>班群发布，个人页面归档。说明这是什么、适合谁、为什么值得参加、下一步怎么做。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65B68-54D8-40A8-BF14-B2A99309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95625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1D0C1-575B-446D-83AA-D73D39F4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39C5BB"/>
                </a:solidFill>
                <a:latin typeface="Menlo"/>
                <a:ea typeface="Menlo"/>
                <a:cs typeface="Menlo"/>
              </a:defRPr>
            </a:pPr>
            <a:r>
              <a:rPr sz="3675" b="1">
                <a:solidFill>
                  <a:srgbClr val="39C5BB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A654E7-E476-4B61-A2DB-C880E38A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71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9C5BB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39C5BB"/>
                </a:solidFill>
                <a:latin typeface="Menlo"/>
                <a:ea typeface="Menlo"/>
                <a:cs typeface="Menlo"/>
              </a:rPr>
              <a:t>当选后 1 周内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AF99D-4338-4F73-B696-1EE84979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147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Windows C++ 环境指南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237F0-841E-4924-968F-045A5E4B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81425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rPr>
              <a:t>从 VS Code、编译器安装到运行第一个程序，先解决最常见的“微软大战代码”。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F9573-398A-4224-98C4-739C7AA6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7675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076CF7-447E-45C1-9301-45BD4AAB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3675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C5CC9-7E00-4BC9-B052-2BF125DE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529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长期维护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FDC7E-99C4-411C-ACB5-9B06B46D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958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02633"/>
                </a:solidFill>
                <a:latin typeface="Hiragino Sans GB"/>
                <a:ea typeface="Hiragino Sans GB"/>
                <a:cs typeface="Hiragino Sans GB"/>
              </a:rPr>
              <a:t>协作文档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3B3B1F-3F31-4DF1-80DA-E6E28536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62550"/>
            <a:ext cx="695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808B"/>
                </a:solidFill>
                <a:latin typeface="Hiragino Sans GB"/>
                <a:ea typeface="Hiragino Sans GB"/>
                <a:cs typeface="Hiragino Sans GB"/>
              </a:rPr>
              <a:t>收集问题、参赛意向和组队需求，整理常见答案，在自愿前提下协助匹配。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F46AB-9568-417E-89DE-E635047F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8D9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CA141-8B72-4C51-AAC4-169970E8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808B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66808B"/>
                </a:solidFill>
                <a:latin typeface="Menlo"/>
                <a:ea typeface="Menlo"/>
                <a:cs typeface="Menlo"/>
              </a:rPr>
              <a:t>06 / 07</a:t>
            </a:r>
          </a:p>
        </p:txBody>
      </p:sp>
    </p:spTree>
    <p:extLst>
      <p:ext uri="{BB962C8B-B14F-4D97-AF65-F5344CB8AC3E}">
        <p14:creationId xmlns:p14="http://schemas.microsoft.com/office/powerpoint/2010/main" val="6230862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1fc075d6f4ae2"/>
          <a:srcRect xmlns:a="http://schemas.openxmlformats.org/drawingml/2006/main" l="23148" t="0" r="231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6B9C8-0AC1-4374-A058-F2CC542F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11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6C7AB-FDF4-4374-AAD7-8DA45EFE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19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5B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B0E67-2E6A-4830-AFDF-DBD7EB09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下一次通知出现时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93728-47DC-4AC5-81EA-6872436C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5334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rPr>
              <a:t>希望每条信息都能回答三件事：</a:t>
            </a:r>
          </a:p>
          <a:p xmlns:a="http://schemas.openxmlformats.org/drawingml/2006/main">
            <a:pPr algn="l">
              <a:defRPr sz="23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rPr>
              <a:t>我是否适合、为什么参加、</a:t>
            </a:r>
          </a:p>
          <a:p xmlns:a="http://schemas.openxmlformats.org/drawingml/2006/main">
            <a:pPr algn="l">
              <a:defRPr sz="23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86F4E9"/>
                </a:solidFill>
                <a:latin typeface="Hiragino Sans GB"/>
                <a:ea typeface="Hiragino Sans GB"/>
                <a:cs typeface="Hiragino Sans GB"/>
              </a:rPr>
              <a:t>第一步怎么走。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7C178-C203-4F95-A5A7-5F477839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如果你认可这套做法，请投我一票。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45570-3A4D-4260-BB35-116B5B2C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3525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19050">
            <a:solidFill>
              <a:srgbClr val="FF5A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A5899-3282-40D2-90EA-BF9528BE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PLACEHOLDER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2FC0B-99E7-424E-B6B6-5C9C704A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97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GitHub Pages</a:t>
            </a:r>
          </a:p>
          <a:p xmlns:a="http://schemas.openxmlformats.org/drawingml/2006/main">
            <a:pPr algn="ctr">
              <a:def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二维码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15548-8C7F-40D2-8B54-9B3722AF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52950"/>
            <a:ext cx="135255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102334"/>
          </a:solidFill>
          <a:ln xmlns:a="http://schemas.openxmlformats.org/drawingml/2006/main" w="19050">
            <a:solidFill>
              <a:srgbClr val="FF5A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AFE4F-A009-423A-86D9-1B9CEC57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724400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5A9E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FF5A9E"/>
                </a:solidFill>
                <a:latin typeface="Menlo"/>
                <a:ea typeface="Menlo"/>
                <a:cs typeface="Menlo"/>
              </a:rPr>
              <a:t>PLACEHOLDER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00D64-1150-4A12-9339-D1E203DF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67300"/>
            <a:ext cx="971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协作文档</a:t>
            </a:r>
          </a:p>
          <a:p xmlns:a="http://schemas.openxmlformats.org/drawingml/2006/main">
            <a:pPr algn="ctr">
              <a:def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F7FFFE"/>
                </a:solidFill>
                <a:latin typeface="Hiragino Sans GB"/>
                <a:ea typeface="Hiragino Sans GB"/>
                <a:cs typeface="Hiragino Sans GB"/>
              </a:rPr>
              <a:t>二维码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7F65C-DB4E-47A1-B7C7-43E51500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72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BECE8"/>
                </a:solidFill>
                <a:latin typeface="Menlo"/>
                <a:ea typeface="Menlo"/>
                <a:cs typeface="Menlo"/>
              </a:defRPr>
            </a:pPr>
            <a:r>
              <a:rPr sz="1500" b="1">
                <a:solidFill>
                  <a:srgbClr val="CBECE8"/>
                </a:solidFill>
                <a:latin typeface="Menlo"/>
                <a:ea typeface="Menlo"/>
                <a:cs typeface="Menlo"/>
              </a:rPr>
              <a:t>[姓名]  ·  科创委员竞选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B1EF7-BABC-41FD-93C2-7FED15B3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149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A9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FF5A9E"/>
                </a:solidFill>
                <a:latin typeface="Hiragino Sans GB"/>
                <a:ea typeface="Hiragino Sans GB"/>
                <a:cs typeface="Hiragino Sans GB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4504697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2026-09-18T11:39:13.7630000Z</dcterms:created>
  <dcterms:modified xsi:type="dcterms:W3CDTF">2026-09-18T11:39:13.7630000Z</dcterms:modified>
</coreProperties>
</file>